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Skeleton for Yoga Teachers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are the frame every pose is built on, and the landmarks you can see are how a teacher reads that frame in a room.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5 lessons  ·  Anatomy &amp; Physiology for Vinyasa Teachers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38160" y="1005840"/>
            <a:ext cx="3566160" cy="3566160"/>
          </a:xfrm>
          <a:prstGeom prst="ellipse">
            <a:avLst/>
          </a:prstGeom>
          <a:solidFill>
            <a:srgbClr val="22414D"/>
          </a:solidFill>
          <a:ln w="12700">
            <a:solidFill>
              <a:srgbClr val="22414D"/>
            </a:solidFill>
            <a:prstDash val="solid"/>
          </a:ln>
        </p:spPr>
      </p:sp>
      <p:pic>
        <p:nvPicPr>
          <p:cNvPr id="7" name="Image 0" descr="Pos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1845" y="1508760"/>
            <a:ext cx="1698791" cy="2560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 you 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 classify the major bones as axial or appendicular and describe five functions of bone.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048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 name the regions of the spine, their vertebra counts and their curves, and explain why twists come mainly from the thoracic spine.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1810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 identify the bones of the shoulder girdle, arm and hand, and give options for students with wrist discomfort in weight-bearing poses.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313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 describe the pelvis, femur, lower leg and foot, including the foot tripod, and explain why hip range varies between people.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445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 locate the ASIS, iliac crest, greater trochanter, acromion, C7 and malleoli on yourself and use them in clear, non-forcing cues.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173736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DF2EF"/>
          </a:solidFill>
          <a:ln w="12700">
            <a:solidFill>
              <a:srgbClr val="EDF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1945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Axial and appendicular skeleton: what bones do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Skull, spine, ribs and sternum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Shoulder girdle and upper limb, down to the weight bearing hand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Pelvis and lower limb, down to the foot as foundation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Landmarks you can see and cue: ASIS, iliac crest, greater trochanter, acromion, C7, malleoli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  ·  20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Axial and appendicular skeleton: what bones do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Bones in the adult skeleton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B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80 form the axial skeleton down the midline. The other 126 form the appendicular skeleton: the limbs and the girdles that attach them.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7" name="Image 0" descr="Axial skeleton in amber, appendicular in g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skeleton in amber, appendicular in green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one skeleton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Axial (about 80)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Skull, spine, ribs, sternum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brain, cord, heart, lungs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mainly for stability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 breath and posture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Appendicular (about 126)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and pelvic girdles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Arms, hands, legs, feet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mainly for movement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Reaches, grips, steps, balances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bones actually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a frame to stand and hold poses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Protect: skull, spine and ribs guard vital organs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Move: bones are levers that muscles pull 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make: minerals, fat and blood cells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Mountain: bones stacked to carry load with little eff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Mountain: bones stacked to carry load with little effort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 is living tissue that answers to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cells constantly break down and rebuild bone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load tends to keep bone stronger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Yoga's effect on bone density is still uncertain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Osteoporosis: adapt poses, avoid forceful loaded flexion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Weight-bearing on the arms loads the arm b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16207"/>
            <a:ext cx="4389120" cy="262909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Weight-bearing on the arms loads the arm bones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axial and appendicular in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Mountain. Tap your skull, breastbone and ribs: that is your axial core.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into Tree. Notice the standing leg, a stack of appendicular bones, carrying you.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arms. Feel the shoulder blades glide on the ribs as the girdle moves.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 in. Feel the axial ribcage widen while the limbs stay steady.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Tree: an axial column balanced on one l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383" y="1901952"/>
            <a:ext cx="2067553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Tree: an axial column balanced on one leg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bone belongs to the appendicular skeleton?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Sternum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Scapula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Sacrum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Scapula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scapula is part of the shoulder girdle, which connects the arm to the axial skeleton.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bone belongs to the appendicular skeleton?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Skull, spine, ribs and sternum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skull balances on the top of the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Cranium protects the brain; facial bones frame the face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bone rests on C1, the atlas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weighs roughly 4.5 to 5 kg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and C2 allow much of head turning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Mountain: the head balanced over the sp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5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Mountain: the head balanced over the spine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Cervical, thoracic and lumbar vertebrae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B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12 / 5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lumbar spine sit the sacrum, five fused vertebrae, and the coccyx, three to five small fused bones. Seen from the side, the column makes four gentle curves.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7" name="Image 0" descr="Side view of the vertebral column: regions and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6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view of the vertebral column: regions and curves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region moves in its own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Cervical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very mobile vertebrae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Nods, turns and tilts the head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heavy load off 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2816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Thoracic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Ribs attach here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well, extends less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twist lives here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0768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Lumbar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Largest, strongest vertebrae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Bends forward and back easily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rotation per segment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Ribs and sternum: a cage that moves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pairs of ribs join the thoracic vertebrae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1 to 7 attach directly to the sternum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8 to 10 join by shared cartilage; 11 and 12 float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lets the cage expand with each breath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obra: the chest opens as the thoracic spine exte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302105"/>
            <a:ext cx="4389120" cy="285729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7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Cobra: the chest opens as the thoracic spine extends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find your curves and your ribs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side on to a wall, heels, sacrum and upper back touching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hand behind your low back and neck: feel the two forward curves.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hands on your side ribs and breathe in slowly: feel them widen.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notch at the top of your sternum, then the xiphoid at the bottom.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Mountain from the side: the spine's natural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8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from the side: the spine's natural curves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Twist from the ribcage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“Lengthen up through the crown as you breathe in. As you breathe out, turn from the ribs and let the belly follow.”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thoracic spine is built to rotate while the lumbar spine allows only a few degrees per segment, so the turn should begin higher 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Rotation comes mainly from the thoracic sp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9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comes mainly from the thoracic spine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forces a deep seated twist by levering with the arms. Which region is least built for rotation?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spine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spine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Lumbar spine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Lumbar spine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Lumbar vertebrae allow only a few degrees of rotation each, so forced twisting tends to load the low back.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A student forces a deep seated twist by levering with the arms. Which region is least built for rotation?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girdle and upper limb, down to the weight bearing hand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shoulder girdle floats on the ribcage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bones per side: clavicle and scapula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bony link to the trunk: the sternoclavicular joint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Scapula glides on the back of the ribs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socket: mobile, but depends on muscle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Warrior II: arms carried by the shoulder gird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731" y="1901952"/>
            <a:ext cx="4190858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10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II: arms carried by the shoulder girdle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shoulder to wrist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Humerus: the single upper arm bone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on the thumb side, ulna on the little finger side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turns around the ulna to rotate the palm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Olecranon of the ulna is the point of the elbow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Down Dog: humerus, radius and ulna in a line of 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620" y="1901952"/>
            <a:ext cx="3949080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Dog: humerus, radius and ulna in a line of load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Bones in each wrist and hand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B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carpals in two rows, 5 metacarpals in the palm and 14 phalanges in the fingers. The hand was built for grip and fine skill, not for carrying body weight.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7" name="Image 0" descr="Chaturanga: the hands carry a large share of body we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16207"/>
            <a:ext cx="4389120" cy="26290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Chaturanga: the hands carry a large share of body weight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map the weight-bearing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to tabletop, wrists under shoulders, fingers spread comfortably wide.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onto the heels of your hands, then onto your fingertips. Notice the difference.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evenly through the knuckle at the base of each finger, especially index and thumb.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centre of the palm lift slightly, like a gentle dome.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Tabletop: learning to share weight across the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63209"/>
            <a:ext cx="4389120" cy="313508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Tabletop: learning to share weight across the hand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the load through the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“Spread your fingers and press through the base of your index finger and thumb, so the wrist is not carrying you alone.”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wrist is extended near its end range in Plank and Down Dog; spreading load toward the knuckles and fingers reduces pressure on the heel of the hand.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Down Dog: rooting the 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620" y="1901952"/>
            <a:ext cx="3949080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Dog: rooting the hands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the only joint that connects the upper limb bones to the axial skeleton?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Glenohumeral joint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Sternoclavicular joint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Acromioclavicular joint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Sternoclavicular joint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clavicle meets the sternum at the sternoclavicular joint; everything else attaching the arm to the trunk is muscle.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is the only joint that connects the upper limb bones to the axial skeleton?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Pelvis and lower limb, down to the foot as foundation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pelvis: two hip bones and the sacrum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hip bone is ilium, ischium and pubis fused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meet the sacrum at the sacroiliac joints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they meet at the pubic symphysis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acetabulum is the deep hip socket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Pelvis from the front, with the key landmar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15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Pelvis from the front, with the key landmarks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girdle and pelvic girdle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girdle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open, floats on ribs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socket for the humerus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reach and range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Pelvic girdle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ring joined to the sacrum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socket for the femur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carrying weight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femur: longest bone, angled neck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head sits deep in the acetabulum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angles out to the greater trochanter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slopes inward toward the knee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shapes vary, so hip range varies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Warrior II: the femurs rotate outward in the hip sock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731" y="1901952"/>
            <a:ext cx="4190858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16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II: the femurs rotate outward in the hip sockets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Knee and lower leg: tibia carries, fibula steadies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Femur meets tibia at the knee; patella glides in front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 carries most of the body's weight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Fibula is slender, mainly for muscle attachment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Malleoli: tibia inside, fibula outside the ankle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hair: knees track over the f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99" y="1901952"/>
            <a:ext cx="2347123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17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knees track over the feet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build the foot tripod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Mountain and lift all ten toes.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three points: big toe mound, little toe mound and centre of the heel.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those points grounded as you lower the toes softly.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inner arch gently lift without gripping the toes.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Foot bones, the medial arch and the three-point trip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18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bones, the medial arch and the three-point tripod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bone forms the outer ankle bone, the lateral malleolus?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Fibula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Talus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2.4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Fibula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lateral malleolus is the lower end of the fibula; the medial malleolus is the lower end of the tibia.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bone forms the outer ankle bone, the lateral malleolus?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Landmarks you can see and cue: ASIS, iliac crest, greater trochanter, acromion, C7, malleoli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Landmarks are bones you can see and feel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Palpable bony points lie just under the skin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let you read alignment from across the room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find them on themselves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for reference, not to force symmetry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Six key landmarks from the front and 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19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landmarks from the front and back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ASIS: the front hip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“Place your hands on your front hip points and let them turn toward the front of the mat, as far as your back hip comfortably allows.”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ASIS is the forward tip of the iliac crest; watching the two points shows how the pelvis is turned, and many hips cannot square fully in Warrior 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Warrior I: the ASIS points show where the pelvis f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845" y="1901952"/>
            <a:ext cx="2466630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20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I: the ASIS points show where the pelvis faces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of a line across the tops of the iliac crests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B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hips rest on the iliac crests. A line joining their highest points crosses the spine at about the fourth lumbar vertebra.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7" name="Image 0" descr="Mountain: iliac crests level at the wa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Mountain: iliac crests level at the waist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Acromion and C7: shoulders and neck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“Let the tops of your shoulders widen away from your ears, and keep the bump at the base of your neck soft and long.”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acromion is the bony top of the shoulder; C7 has the most prominent spinous process at the base of the neck, so both show how the shoulders and head are carried.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Warrior II: acromions level and away from the e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731" y="1901952"/>
            <a:ext cx="4190858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II: acromions level and away from the ears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trochanter and malleoli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trochanter: bony bump on the outer hip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when the thigh rotates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malleolus (tibia) sits higher than lateral (fibula)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Tree, place the foot above or below the knee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Tree: hips, knee and ankle as reference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383" y="1901952"/>
            <a:ext cx="2067553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Tree: hips, knee and ankle as reference points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a landmark tour on yourself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hips: find the iliac crests, then slide forward to the ASIS points.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back: feel for the PSIS dimples beside the sacrum.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greater trochanter and turn the foot in and out to feel it move.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collarbone out to the acromion; find C7, then both malleoli.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Mountain: a full landmark t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Mountain: a full landmark tour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Warrior I a student's back hip will not turn to face forward. What is the best response?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on the ASIS until the hips square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the hips toward the front as far as comfortable, and offer a shorter, wider stance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their pelvis is misaligned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2.5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the hips toward the front as far as comfortable, and offer a shorter, wider stance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shape and back hip range limit how square the pelvis can get, so invite and offer options rather than force or diagnose.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In Warrior I a student's back hip will not turn to face forward. What is the best response?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Axial skeleton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central column of about 80 bones: skull, spine, ribs and sternum. In Mountain it is the stacked core the limbs hang from.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Appendicular skeleton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126 bones of the limbs and the shoulder and pelvic girdles. In Tree the standing leg is appendicular.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Vertebra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the bones of the spine, with a weight-bearing body in front and a protective arch behind. You feel their spinous processes as bumps when rolling down.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Lordosis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forward curve of the spine, found in the neck and low back. It is the hollow you feel behind your low back in Mountain against a wall.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Kyphosis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backward curve of the spine, found in the thoracic and sacral regions. It is the gentle rounding of the upper back that touches the wall.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Intervertebral disc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pad of cartilage between two vertebral bodies with a tough outer ring and a gel-like centre. It shares load as you bend in Forward Fold.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Atlas and axis (C1, C2)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top two cervical vertebrae. The skull nods on the atlas and turns as the atlas pivots on the axis, as when you look over your shoulder in Warrior II.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Sternum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breastbone, made of the manubrium, body and xiphoid process. It lifts gently as the chest opens in Cobra.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Clavicle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collarbone, joining the sternum to the scapula. It lifts slightly when you reach the arms overhead in Warrior 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Scapula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shoulder blade, which glides over the back of the ribs. It slides wide across the back in Plank.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Radius and ulna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forearm bones: radius on the thumb side, ulna on the little finger side. The radius crosses the ulna when the palms press flat in Down Dog.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(continued)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Carpals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eight small bones of the wrist in two rows. They carry weight through the heel of the hand in Plank.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Ilium, ischium and pubis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bones that fuse to form each hip bone. You sit on the ischium's sitting bones in Easy Pose.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Acetabulum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deep cup-shaped hip socket that holds the head of the femur. The femur rotates within it in Warrior II.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Femur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thighbone, the longest and strongest bone. Its angled neck and head shape help set how far a student can go in Lotus.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Patella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kneecap, a sesamoid bone inside the quadriceps tendon. It lifts as you engage the thighs in Mountain.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Tibia and fibula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lower leg bones: the tibia carries most of the weight, the slender fibula mostly anchors muscles. The tibia stacks over the ankle in Chair.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Foot tripod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grounding points of the foot: big toe mound, little toe mound and heel. Rooting all three steadies Tree.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superior iliac spine: the front hip point at the end of the iliac crest. Its direction shows where the pelvis faces in Warrior 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Greater trochanter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bony bump on the outer upper thigh, part of the femur. It rolls back as the thigh turns out in Warrior II.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Acromion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flat bony shelf at the top of the shoulder, part of the scapula. Cue it away from the ears in Warrior II.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Malleoli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ankle bones: medial (inner, from the tibia) and lateral (outer, from the fibula). In Tree the foot rests above or below the knee, not on the knee joint.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Myths to retire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are dead, fixed structures.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737360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1737360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is living tissue that is constantly broken down and rebuilt and responds to the loads placed on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15184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reverses osteoporosis.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2615184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615184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Weight-bearing helps bone in general, but evidence that yoga improves bone density is limited and mixed. Adapt poses and follow the student's medical advice.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93008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can square the hips in Warrior I with enough effort.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3493008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3493008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range depends partly on bone shape and back hip extension. Invite the hips toward the front as far as comfortable instead of forcing.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70832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Twists wring out toxins from the organs.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370832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4370832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good evidence for detox by twisting. Twists move the spine, mostly at the thoracic level, and can simply feel good.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48656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248656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feet or an uneven pelvis mean something is wrong.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77840" y="5248656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5248656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height and minor asymmetry vary widely in healthy people. Teachers observe and adapt; they do not diagnose.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Module 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module: work through the study guide, the flashcards and the interactive exercises, then run the module in the Anatomy Chase.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kashee12345.github.io/anatomy-on-the-mat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Anatomy on the Mat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The Skeleton for Yoga Teachers</dc:title>
  <dc:subject>PptxGenJS Presentation</dc:subject>
  <dc:creator>Dr. Akash Garg, D.C.</dc:creator>
  <cp:lastModifiedBy>Dr. Akash Garg, D.C.</cp:lastModifiedBy>
  <cp:revision>1</cp:revision>
  <dcterms:created xsi:type="dcterms:W3CDTF">2026-09-29T00:26:22Z</dcterms:created>
  <dcterms:modified xsi:type="dcterms:W3CDTF">2026-09-29T00:26:22Z</dcterms:modified>
</cp:coreProperties>
</file>