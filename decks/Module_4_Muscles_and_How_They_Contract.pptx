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Muscles and How They Contract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muscles shorten, lengthen, share roles and respond to stretch lets you cue strength and flexibility honestly and safely.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 ·  7 lessons  ·  Anatomy &amp; Physiology for Vinyasa Teachers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38160" y="1005840"/>
            <a:ext cx="3566160" cy="3566160"/>
          </a:xfrm>
          <a:prstGeom prst="ellipse">
            <a:avLst/>
          </a:prstGeom>
          <a:solidFill>
            <a:srgbClr val="22414D"/>
          </a:solidFill>
          <a:ln w="12700">
            <a:solidFill>
              <a:srgbClr val="22414D"/>
            </a:solidFill>
            <a:prstDash val="solid"/>
          </a:ln>
        </p:spPr>
      </p:sp>
      <p:pic>
        <p:nvPicPr>
          <p:cNvPr id="7" name="Image 0" descr="Pos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1845" y="1508760"/>
            <a:ext cx="1698791" cy="2560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 you can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of skeletal muscle from whole muscle to sarcomere and explain the sliding filament model in plain words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048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concentric, eccentric and isometric contractions in Chaturanga, Chair and other common poses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11810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agonist, antagonist, synergist and stabilizer roles for a given joint action in a pose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83133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stretch reflex, reciprocal inhibition and the Golgi tendon organ, and state what current evidence says about how PNF works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445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nervous system and tissue contributions to flexibility and cue end-range strength for flexible students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420624" cy="420624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303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2578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supported from unsupported claims about fascia and choose accurate cueing language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0" y="1737360"/>
            <a:ext cx="3383280" cy="4023360"/>
          </a:xfrm>
          <a:prstGeom prst="roundRect">
            <a:avLst>
              <a:gd name="adj" fmla="val 3243"/>
            </a:avLst>
          </a:prstGeom>
          <a:solidFill>
            <a:srgbClr val="EDF2EF"/>
          </a:solidFill>
          <a:ln w="12700">
            <a:solidFill>
              <a:srgbClr val="EDF2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5820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219456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Muscle structure and how a muscle shortens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Concentric, eccentric and isometric: lowering through Chaturanga, holding Chair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Agonist, antagonist, synergist and stabilizer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Reciprocal inhibition, the stretch reflex and the Golgi tendon organ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What flexibility is: nervous system tolerance and tissue length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Fascia without the hype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 Pose lab: muscle roles in Warrior III and Bridge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  ·  25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 structure and how a muscle shortens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Skeletal muscle: the tissue you cue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muscle types: skeletal, cardiac and smooth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skeletal muscle is under voluntary control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muscle attaches to bone through tendons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 joints, holds postures and makes heat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Even standing still in Mountain, skeletal muscles are quietly wor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38" y="1901952"/>
            <a:ext cx="2426844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standing still in Mountain, skeletal muscles are quietly working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 to sarcomere: boxes inside boxes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is built of bundles called fascicles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fascicle holds many muscle fibers (cells)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fiber is packed with myofibrils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myofibril is a chain of sarcomeres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Muscle, fascicle, fiber, myofibril, sarcom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Muscle, fascicle, fiber, myofibril, sarcomere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sliding filament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filaments: actin. Thick filaments: myosin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Myosin heads grab actin and pull it toward the center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Filaments slide past each other; none of them shrinks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calcium to switch on and ATP to release and reset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Relaxed versus contracted sarcom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3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versus contracted sarcomere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units: how effort is graded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motor unit is one motor neuron plus its fibers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motor unit fires, all its fibers contract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force: recruit more units and fire them faster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units allow the fine corrections of balance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Tree: small motor units in the standing foot and ankle make constant tiny corre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383" y="1901952"/>
            <a:ext cx="2067553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4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Tree: small motor units in the standing foot and ankle make constant tiny corrections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Skeletal muscles in the human body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0" b="1" dirty="0">
                <a:solidFill>
                  <a:srgbClr val="B33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600+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can only pull on its attachments. No muscle can push, so every movement back the other way needs a different muscle or gravity.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7" name="Image 0" descr="In Chair the quadriceps pull on the shin to stop the knees bending fur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599" y="1901952"/>
            <a:ext cx="2347123" cy="3657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5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Chair the quadriceps pull on the shin to stop the knees bending further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find a muscle switching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in Mountain and rest one hand on the front of each thigh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thighs soft; now bend the knees slightly into a small Chair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quadriceps firm under your hands as they start to work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a little deeper and feel them firm further: more motor units recruited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Feel the quadriceps firm as you s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599" y="1901952"/>
            <a:ext cx="2347123" cy="3657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6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quadriceps firm as you sink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a contraction, what happens inside the sarcomere?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 and myosin filaments shorten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Myosin pulls actin toward the center so the filaments slide past each other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 discs move further apart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4.1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Myosin pulls actin toward the center so the filaments slide past each other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sliding filament model the filaments keep their length and slide past each other, drawing the Z discs closer together.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During a contraction, what happens inside the sarcomere?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  ·  30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Concentric, eccentric and isometric: lowering through Chaturanga, holding Chair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a working muscle behaves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Concentric: the muscle shortens while working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Eccentric: the muscle lengthens while working, under control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Isometric: the muscle works but its length stays the same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muscle force with the load, usually gravity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Concentric, eccentric and isometric contrac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7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Concentric, eccentric and isometric contractions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Chaturanga: an eccentric lower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from plank, the elbows bend under body weight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Triceps, pectorals and front deltoids lengthen as they work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as brakes: eccentric contraction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back up would be concentric work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Lowering to Chaturanga: triceps and chest muscles brake the desc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416207"/>
            <a:ext cx="4389120" cy="262909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8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to Chaturanga: triceps and chest muscles brake the descent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Chair: isometric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“Sit back as if onto a chair, then stay: keep the thighs working, keep breathing, and keep the knees tracking toward the second toes.”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hold, the quadriceps and gluteus maximus produce tension without changing length. That is an isometric contraction, and it is why Chair feels hard even though nothing is moving.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Chair hold: quadriceps and gluteals work isometrical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599" y="1901952"/>
            <a:ext cx="2347123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9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hold: quadriceps and gluteals work isometrically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muscle, three jobs in Chair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F1EADA"/>
          </a:solidFill>
          <a:ln w="12700">
            <a:solidFill>
              <a:srgbClr val="F1EA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Lowering in (eccentric)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 lengthen while working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winning, slowly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speed of descent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28160" y="178308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1965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(isometric)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 length stays the same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matches gravity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strength at that angle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07680" y="178308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1965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(concentric)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 shorten while working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force beats gravity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the body upward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Gravity decides the contraction 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is this part moving with, against or across gravity?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chest from Cobra: back extensors work eccentrically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into Cobra: the same back extensors work concentrically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eccentric work causes the most next-day soreness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Cobra: the back extensors lift you and then lower yo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302105"/>
            <a:ext cx="4389120" cy="285729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10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Cobra: the back extensors lift you and then lower you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one Chaturanga, three contractions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plank, shift forward and lower slowly for a count of four: eccentric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halfway down and hold for three breaths: isometric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back up to plank with control: concentric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with knees down and notice the lighter load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Lower, pause, press: three contraction ty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416207"/>
            <a:ext cx="4389120" cy="262909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11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pause, press: three contraction types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 lowers slowly from plank into Chaturanga. What are the triceps doing?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Relaxing, because the elbows are bending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concentrically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eccentrically, lengthening under control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4.2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Contracting eccentrically, lengthening under control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is bending the elbows and the triceps lengthen while working to control the descent, which is an eccentric contraction.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A student lowers slowly from plank into Chaturanga. What are the triceps doing?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  ·  25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Agonist, antagonist, synergist and stabilizer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 in every movement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Agonist (prime mover): main muscle producing the movement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Antagonist: produces the opposite movement; usually lengthens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Synergist: assists the agonist or cancels unwanted motion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Stabilizer: holds a nearby joint steady so force transfers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Muscle roles in bending the elb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12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roles in bending the elbow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at the knee in Chair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F1EADA"/>
          </a:solidFill>
          <a:ln w="12700">
            <a:solidFill>
              <a:srgbClr val="F1EA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Agonist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knee bending and straightening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every phase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28160" y="178308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1965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Antagonist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Hamstrings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action at the knee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quiet, lengthening a little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07680" y="1783080"/>
            <a:ext cx="3505200" cy="4297680"/>
          </a:xfrm>
          <a:prstGeom prst="roundRect">
            <a:avLst>
              <a:gd name="adj" fmla="val 3130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1965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Stabilizers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Gluteus medius and deep hip rotators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knees tracking over toes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belong to the movement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muscle can be agonist in one pose, antagonist in another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Biceps: agonist for elbow bending, antagonist for straightening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Two-joint muscles can play different roles at each joint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name the joint and the action first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Warrior II front leg: quadriceps control the bent knee while hip muscles stabili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731" y="1901952"/>
            <a:ext cx="4190858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13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 II front leg: quadriceps control the bent knee while hip muscles stabilize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Stabilizers: the quiet workers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Down Dog, serratus anterior holds the shoulder blades on the ribs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rotator cuff keeps the ball of the humerus centered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abdominals stiffen the trunk before the limbs move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stabilizers often show up as wobble or collapse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Down Dog: serratus anterior and rotator cuff stabilize the shou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620" y="1901952"/>
            <a:ext cx="3949080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14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Dog: serratus anterior and rotator cuff stabilize the shoulder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agonist and antagonist at the knee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on one leg near a wall, the other foot just off the floor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Straighten the standing knee firmly: feel the front of the thigh harden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back and feel the hamstrings: softer, lengthening slightly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press the standing heel down as if to bend the knee: feel the roles swap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Feel the standing thigh: front and b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383" y="1901952"/>
            <a:ext cx="2067553" cy="3657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15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standing thigh: front and back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 the job, not just the muscle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“Press the outer edge of the back foot down and draw the front knee toward the little-toe side of the foot.”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gluteus medius and deep hip rotators stabilize the front leg in Warrior II, keeping the knee tracking over the ankle while the quadriceps hold the bend.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Warrior II: stabilizers keep the front knee over the ank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731" y="1901952"/>
            <a:ext cx="4190858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16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 II: stabilizers keep the front knee over the ankle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Chair, which muscle group is best described as the agonist at the knee?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Hamstrings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Calf muscles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4.3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Quadriceps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quadriceps control the knee against gravity in every phase of Chair, so they are the agonist; the hamstrings are the antagonist at the knee.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In Chair, which muscle group is best described as the agonist at the knee?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4.4  ·  35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inhibition, the stretch reflex and the Golgi tendon organ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sensors inside every muscle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spindles lie among the fibers and sense length and speed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Golgi tendon organs sit where muscle meets tendon and sense tension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send signals to the spinal cord, many below awareness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underlie reflexes and your sense of body position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Spindle, stretch reflex, reciprocal inhibition and the Golgi tendon org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17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Spindle, stretch reflex, reciprocal inhibition and the Golgi tendon organ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 spindle versus Golgi tendon organ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EADA"/>
          </a:solidFill>
          <a:ln w="12700">
            <a:solidFill>
              <a:srgbClr val="F1EA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 spindle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muscle belly, parallel to fibers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 length and speed of stretch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nerve: excites the same muscle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stretch reflex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Golgi tendon organ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muscle-tendon junction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 tension, mainly from contraction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nerve: inhibits the same muscle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force feedback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4.4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stretch reflex: why we do not bounce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“Ease into the fold slowly, stop at the first clear stretch and breathe there. No bouncing.”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stretch fires muscle spindles, which reflexly contract the same muscle. Slow entry keeps that reflex quiet and gives the nervous system time to settle.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Triangle: enter slowly so the front hamstrings are not triggered to res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9673" y="1901952"/>
            <a:ext cx="3022974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18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Triangle: enter slowly so the front hamstrings are not triggered to resist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Reciprocal inhibition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muscle contracts, its antagonist's motor neurons are damped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Ia signal excites one muscle and inhibits its opposite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opposing muscles avoid fighting each other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slow stretches its extra benefit is probably small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The Ia signal excites one muscle and damps its oppo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19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Ia signal excites one muscle and damps its opposite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GTO and PNF: what the research actually says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PNF: contract the stretched muscle, relax, then stretch further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reliably gives short-term range gains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explanation, GTO autogenic inhibition, is questioned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evidence points to increased tolerance of the stretch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Contract-relax in a seated fold: effective, but not for the reason often tau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7560" y="1901952"/>
            <a:ext cx="4267200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20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Contract-relax in a seated fold: effective, but not for the reason often taught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4.4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contract-relax in a seated fold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a forward fold, knees bent as needed, to a mild stretch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heels down into the floor for five seconds, about a third effort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completely and take one slow exhale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a little further on the exhale; notice whether the stretch feels less intense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Heels press down, relax, then fold a little fur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7560" y="1901952"/>
            <a:ext cx="4267200" cy="3657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21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Heels press down, relax, then fold a little further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4.4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statement about PNF contract-relax stretching best fits current evidence?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because the Golgi tendon organ switches the muscle off for several minutes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improves short-term range mainly by increasing tolerance to the stretch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change range of motion at all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4.4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improves short-term range mainly by increasing tolerance to the stretch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PNF reliably improves short-term range, but the GTO inhibition explanation is questioned; increased stretch tolerance is the leading explanation.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statement about PNF contract-relax stretching best fits current evidence?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4.5  ·  25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flexibility is: nervous system tolerance and tissue length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Flexibility has two ingredients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Tissue: how long and stiff the muscle-tendon unit and other tissues are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Nervous system: how much stretch sensation you allow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of range is usually set by sensation, not by tissue tearing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often increases under general anesthesia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Down Dog range reflects both tissue and toler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620" y="1901952"/>
            <a:ext cx="3949080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22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Dog range reflects both tissue and tolerance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sensory theory of stretching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stretching session, range goes up quickly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stiffness changes little in the short term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most: tolerance of the stretch sensation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stretch tolerance model is the mainstream view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Folding further after a few breaths: tolerance, not a longer mus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7560" y="1901952"/>
            <a:ext cx="4267200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23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Folding further after a few breaths: tolerance, not a longer muscle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term versus long term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EADA"/>
          </a:solidFill>
          <a:ln w="12700">
            <a:solidFill>
              <a:srgbClr val="F1EA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one session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increases within minutes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increased stretch tolerance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stiffness changes little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Fades within hours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of regular practice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increases steadily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still a large part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tissue changes, evidence mixed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only with continued practice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limit is a tight muscle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shape: hip sockets and thigh bones vary a lot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Compression: tissue meeting tissue, as in Child's pose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capsule, ligaments and nerves can also limit range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stop with a pinching feeling is not a stretch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Hip shape varies between people and sets some limits in Warrior I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731" y="1901952"/>
            <a:ext cx="4190858" cy="3657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24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shape varies between people and sets some limits in Warrior II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4.5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 at the end of range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“Keep a micro-bend in the front knee, press the big-toe mound down and make the pose strong before you make it deep.”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and hypermobile students often rest on ligaments at end range. Active muscle control at that range builds usable, stable flexibility.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Triangle: avoid locking the front knee into hyperextens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9673" y="1901952"/>
            <a:ext cx="3022974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25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Triangle: avoid locking the front knee into hyperextension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4.5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watch tolerance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forward to the first clear stretch; note where your hands reach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the intensity from 0 to 10 and breathe slowly for about a minute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depth, rate the intensity again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fold to a new point that feels like your first rating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Same depth, lower intensity: tolerance chang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7560" y="1901952"/>
            <a:ext cx="4267200" cy="3657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26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depth, lower intensity: tolerance changing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4.5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student reaches further in a forward fold after holding it for a minute. What is the most likely main reason?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hamstrings have permanently lengthened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nervous system now tolerates more stretch sensation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Golgi tendon organ has switched the hamstrings off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4.5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nervous system now tolerates more stretch sensation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range gains are best explained by increased stretch tolerance; muscle length and stiffness change little in one session.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A student reaches further in a forward fold after holding it for a minute. What is the most likely main reason?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4.6  ·  20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Fascia without the hype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fascia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 tissue made mostly of collagen, wrapping and linking structures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every level of muscle: whole muscle, fascicle and fiber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fascia forms sheets such as the thoracolumbar fascia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Superficial fascia lies just under the skin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2356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9FBFA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Connective tissue wraps each level of this hierarc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959102"/>
            <a:ext cx="5669280" cy="3543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06440" y="5623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27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Connective tissue wraps each level of this hierarchy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fascia really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force from muscles to bones and to neighboring muscles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structures and lets them glide past each other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many nerve endings: it contributes to body sense and pain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slowly to load, like tendon and ligament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Cobra: the thoracolumbar fascia links back muscles, gluteals and latissi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302105"/>
            <a:ext cx="4389120" cy="285729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28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Cobra: the thoracolumbar fascia links back muscles, gluteals and latissimus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Fascia claims: what the evidence supports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EADA"/>
          </a:solidFill>
          <a:ln w="12700">
            <a:solidFill>
              <a:srgbClr val="F1EA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transmits force and links muscles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richly innervated and sensitive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adapts slowly to regular loading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supported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or rollers release or lengthen dense fascia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stores emotions or trauma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pose rehydrates fascia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4.6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glide and connection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and pinch a fold of skin on the front of the thigh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bend and straighten the knee; feel skin and superficial fascia glide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in Mountain and reach one arm long overhead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sensation spread from the side waist to the hip: connected tissue, not released tissue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Reach long and notice sensation spread along the side bod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7738" y="1901952"/>
            <a:ext cx="2426844" cy="3657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29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long and notice sensation spread along the side body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4.6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language for fascia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“Notice the sensation spreading along the whole back of the body as you reach the hips up and back.”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and fascia are connected, so stretch sensation often spreads. Describing sensation is accurate; promising to release or melt fascia is not.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Down Dog: describe the sensation, not a promised rele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620" y="1901952"/>
            <a:ext cx="3949080" cy="3657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30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Dog: describe the sensation, not a promised release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4.6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statement about fascia is best supported by current evidence?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 rolling permanently lengthens the iliotibial band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transmits force and contains many sensory nerve endings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stores unresolved emotions that poses release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4.6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Fascia transmits force and contains many sensory nerve endings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transmission and rich innervation are well supported; permanent deformation by rolling and emotional storage are not.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statement about fascia is best supported by current evidence?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1371600" cy="137160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4.7  ·  20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87452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 lab: muscle roles in Warrior III and Bridge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3931920"/>
            <a:ext cx="1965960" cy="566928"/>
          </a:xfrm>
          <a:prstGeom prst="roundRect">
            <a:avLst>
              <a:gd name="adj" fmla="val 48387"/>
            </a:avLst>
          </a:prstGeom>
          <a:solidFill>
            <a:srgbClr val="22414D"/>
          </a:solidFill>
          <a:ln w="12700">
            <a:solidFill>
              <a:srgbClr val="3B5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39319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Warrior III: who does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leg: quadriceps hold the knee; ankle muscles balance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hip: glutes and hamstrings control the forward tilt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Lifted leg: glutes and hamstrings hold it up isometrically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extensors hold the trunk level; shoulders hold the arms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Warrior III: standing leg vertical, trunk and back leg le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485232"/>
            <a:ext cx="4389120" cy="24910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31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 III: standing leg vertical, trunk and back leg level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Warrior III: standing side versus lifted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1EADA"/>
          </a:solidFill>
          <a:ln w="12700">
            <a:solidFill>
              <a:srgbClr val="F1EA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leg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Glutes and hamstrings: control hip flexion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Gluteus medius: keeps pelvis level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Quadriceps: hold the knee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and ankle: balance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Lifted leg and trunk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Glutes and hamstrings: hold leg up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Erector spinae: hold trunk level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abdominals: stiffen the trunk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muscles: hold arms forward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4.7  ·  CUE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Cueing Warrior III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2377440"/>
          </a:xfrm>
          <a:prstGeom prst="roundRect">
            <a:avLst>
              <a:gd name="adj" fmla="val 5385"/>
            </a:avLst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“Press down through the standing foot, reach back through the lifted heel, and keep both hip points facing the floor.”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3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</a:t>
            </a:r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down engages the standing leg; reaching back engages the lifted leg's glutes and hamstrings; level hips call on the standing gluteus medius.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8" name="Image 0" descr="Standing hip: gluteus medius keeps the pelvis le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485232"/>
            <a:ext cx="4389120" cy="2491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32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hip: gluteus medius keeps the pelvis level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Bridge: who does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84248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Gluteus maximus and hamstrings: agonists for hip extension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16936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80720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Quadriceps help push the knees forward over the ankles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3849624"/>
            <a:ext cx="182880" cy="182880"/>
          </a:xfrm>
          <a:prstGeom prst="ellipse">
            <a:avLst/>
          </a:prstGeom>
          <a:solidFill>
            <a:srgbClr val="B3304C"/>
          </a:solidFill>
          <a:ln w="12700">
            <a:solidFill>
              <a:srgbClr val="B330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3989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Adductors stabilize: they stop the knees splaying apart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782312"/>
            <a:ext cx="182880" cy="18288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4672584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flexors at the front are the antagonists, lengthened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3" name="Image 0" descr="Bridge: gluteals and hamstrings lift the pelv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53823"/>
            <a:ext cx="4389120" cy="315385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33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gluteals and hamstrings lift the pelvis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4.7  ·  FEEL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 it: Bridge in three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on your back, knees bent, feet hip-width, heels a hand's length from the pelvis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97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into the feet and lift the hips over four counts: concentric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118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for three breaths with eyes and chin still: isometric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5262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one segment at a time over four counts: eccentric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03720" y="1737360"/>
            <a:ext cx="475488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pic>
        <p:nvPicPr>
          <p:cNvPr id="17" name="Image 0" descr="Lift, hold, lower: three contraction typ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53823"/>
            <a:ext cx="4389120" cy="3153859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86600" y="5623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34  </a:t>
            </a:r>
            <a:pPr indent="0" marL="0">
              <a:buNone/>
            </a:pPr>
            <a:r>
              <a:rPr lang="en-US" sz="11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Lift, hold, lower: three contraction types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D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4.7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Warrior III, the lifted-leg hip keeps rolling up toward the ceiling. Which muscle role most needs attention?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1284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57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leg's gluteus medius as a stabilizer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7296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17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lifted leg's hip flexors as agonists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6D4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16303A"/>
          </a:solidFill>
          <a:ln w="12700">
            <a:solidFill>
              <a:srgbClr val="1630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9776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leg's calf muscles as antagonists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57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the video and choose before you move on.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4.7  ·  CHECK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D5E9DF"/>
          </a:solidFill>
          <a:ln w="19050">
            <a:solidFill>
              <a:srgbClr val="2F73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F7359"/>
          </a:solidFill>
          <a:ln w="12700">
            <a:solidFill>
              <a:srgbClr val="2F73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3736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standing leg's gluteus medius as a stabilizer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standing gluteus medius stabilizes the pelvis; when it is not holding, the pelvis rotates and the lifted hip opens toward the ceiling.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In Warrior III, the lifted-leg hip keeps rolling up toward the ceiling. Which muscle role most needs attention?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3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Skeletal muscle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Voluntary, striated muscle attached to bone by tendons; the quadriceps holding you in Chair are skeletal muscle.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Fascicle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bundle of muscle fibers wrapped in connective tissue; the visible grain in a muscle such as the hamstrings.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Muscle fiber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long muscle cell with many nuclei; thousands of them work together when you press up from Chaturanga.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Myofibril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thread inside a muscle fiber made of sarcomeres linked end to end.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Sarcomere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basic contractile unit of muscle, from one Z disc to the next; millions shorten together when you rise out of Chair.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Actin and myosin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thin (actin) and thick (myosin) protein filaments; myosin heads pull actin to shorten the sarcomere.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Motor unit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motor neuron and all the fibers it controls; small motor units make the fine ankle corrections in Tree.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Concentric contraction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muscle shortens while working; the quadriceps as you rise out of Chair.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Eccentric contraction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muscle lengthens while working, acting as a brake; the triceps as you lower into Chaturanga.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Isometric contraction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muscle works without changing length; the quadriceps while holding Chair.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Agonist (prime mover)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main muscle producing a movement; the gluteus maximus lifting the pelvis in Bridge.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(continued)</a:t>
            </a:r>
            <a:endParaRPr lang="en-US" sz="3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Antagonist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muscle producing the opposite movement, usually lengthening; the hip flexors in Bridge.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Synergist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muscle that assists the agonist or cancels an unwanted action; the brachioradialis helping bend the elbow.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Stabilizer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muscle that holds a nearby joint steady; the standing gluteus medius keeping the pelvis level in Warrior III.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Muscle spindle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stretch sensor in the muscle belly that detects length and speed of stretch; it fires if you drop fast into a fold.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Golgi tendon organ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tension sensor at the muscle-tendon junction; it reports force as you press the heels down in contract-relax stretching.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Stretch reflex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fast spinal reflex in which a quick stretch makes the same muscle contract; the reason bouncing in Triangle backfires.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Reciprocal inhibition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Damping of the antagonist's motor neurons when a muscle contracts; engaging the quadriceps in Down Dog damps the hamstrings slightly.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PNF stretching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Proprioceptive neuromuscular facilitation: contract the stretched muscle, relax, then stretch further, as in a seated fold with heels pressing down.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Stretch tolerance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stretch sensation a person accepts; the main reason you reach further after a minute in a forward fold.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Fascia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Collagen-rich connective tissue that wraps and links muscles; the thoracolumbar fascia spans the low back in Cobra.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30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Hypermobility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Joints that move beyond typical range; a front knee locking back in Triangle may be a sign, and calls for control cues.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4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33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Myths to retire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 shorten because the filaments inside them shrink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737360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1737360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 and myosin keep their length and slide past each other, drawing the Z discs closer together.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15184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muscle that is lengthening must be relaxed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2615184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2615184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Lengthening muscles are often working hard eccentrically, like the triceps lowering you into Chaturanga.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493008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PNF works because the Golgi tendon organ switches the muscle off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3493008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3493008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PNF improves short-term range, but the GTO explanation is questioned; increased stretch tolerance is the leading explanation.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70832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a stretch makes the muscle longer within that session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4370832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4370832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gains come mainly from greater tolerance of the stretch sensation; muscle length and stiffness change little.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248656"/>
            <a:ext cx="4754880" cy="740664"/>
          </a:xfrm>
          <a:prstGeom prst="roundRect">
            <a:avLst>
              <a:gd name="adj" fmla="val 12346"/>
            </a:avLst>
          </a:prstGeom>
          <a:solidFill>
            <a:srgbClr val="F3D9DE"/>
          </a:solidFill>
          <a:ln w="12700">
            <a:solidFill>
              <a:srgbClr val="F3D9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248656"/>
            <a:ext cx="4389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or foam rolling releases fascia, and fascia stores emotions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77840" y="5248656"/>
            <a:ext cx="6035040" cy="740664"/>
          </a:xfrm>
          <a:prstGeom prst="roundRect">
            <a:avLst>
              <a:gd name="adj" fmla="val 12346"/>
            </a:avLst>
          </a:prstGeom>
          <a:solidFill>
            <a:srgbClr val="D5E9DF"/>
          </a:solidFill>
          <a:ln w="12700">
            <a:solidFill>
              <a:srgbClr val="D5E9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5248656"/>
            <a:ext cx="5669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6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fascia cannot be deformed by hands or rollers, the felt release is mostly neural, and there is no evidence fascia stores emotions.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6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of Module 4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module: work through the study guide, the flashcards and the interactive exercises, then run the module in the Anatomy Chase.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B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kashee12345.github.io/anatomy-on-the-mat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on the Mat  ·  Dr. Akash Garg, D.C.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Anatomy on the Mat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Muscles and How They Contract</dc:title>
  <dc:subject>PptxGenJS Presentation</dc:subject>
  <dc:creator>Dr. Akash Garg, D.C.</dc:creator>
  <cp:lastModifiedBy>Dr. Akash Garg, D.C.</cp:lastModifiedBy>
  <cp:revision>1</cp:revision>
  <dcterms:created xsi:type="dcterms:W3CDTF">2026-09-29T00:26:22Z</dcterms:created>
  <dcterms:modified xsi:type="dcterms:W3CDTF">2026-09-29T00:26:22Z</dcterms:modified>
</cp:coreProperties>
</file>