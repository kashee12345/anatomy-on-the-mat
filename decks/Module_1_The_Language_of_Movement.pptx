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of Movement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vocabulary of planes, axes and joint movements lets you cue any pose clearly and understand every module that follows.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46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hours  ·  4 lessons  ·  Anatomy &amp; Physiology for Vinyasa Teachers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38160" y="1005840"/>
            <a:ext cx="3566160" cy="3566160"/>
          </a:xfrm>
          <a:prstGeom prst="ellipse">
            <a:avLst/>
          </a:prstGeom>
          <a:solidFill>
            <a:srgbClr val="22414D"/>
          </a:solidFill>
          <a:ln w="12700">
            <a:solidFill>
              <a:srgbClr val="22414D"/>
            </a:solidFill>
            <a:prstDash val="solid"/>
          </a:ln>
        </p:spPr>
      </p:sp>
      <p:pic>
        <p:nvPicPr>
          <p:cNvPr id="7" name="Image 0" descr="Pose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1845" y="1508760"/>
            <a:ext cx="1698791" cy="2560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OBJECTIVES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module you can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91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anatomical position and explain how it differs from Mountain pose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50592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0487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sagittal, frontal and transverse planes and the axis of each in Mountain, Warrior II and Triangle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1810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joint movements of a standing pose, joint by joint, using correct paired terms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77056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877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31336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special movement terms for the ankle, foot, forearm and shoulder blade and give a pose example of each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590288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44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bone, cartilage, ligament, tendon, fascia and muscle by function and ability to adapt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303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257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well supported anatomy claims from common yoga myths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0" y="173736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EDF2EF"/>
          </a:solidFill>
          <a:ln w="12700">
            <a:solidFill>
              <a:srgbClr val="EDF2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820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219456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Why anatomy makes a better yoga teacher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Anatomical position, planes and axes, seen through three standing poses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Movement vocabulary: flexion, extension, abduction, adduction, rotation and special terms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Tissues in brief: bone, cartilage, ligament, tendon, fascia, muscle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  ·  15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anatomy makes a better yoga teacher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is a teaching tool, not a trivia contest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anatomy words make your cues precise and repeatable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structure helps you adapt poses to real bodies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helps you spot when a student needs a referral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your claims honest and evidence based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Even Mountain pose is full of anatomy worth na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Mountain pose is full of anatomy worth naming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in every lesson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0" b="1" dirty="0">
                <a:solidFill>
                  <a:srgbClr val="B33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it, Feel it, Cue it, Check it. You learn the structure, find it in your own body, turn it into words for class, then test yourself.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7" name="Image 0" descr="Feel it: your standing ankle is busy in 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383" y="1901952"/>
            <a:ext cx="2067553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it: your standing ankle is busy in Tree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 lore and anatomy: what holds 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Well supported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Yoga can improve strength, balance and mobility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breathing can calm many people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loading makes tissues adapt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supported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Twists wring toxins out of organs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Stretching releases stored emotions from fascia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perfect alignment fits every body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notice before you name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in Mountain with feet hip width and arms relaxed by your sides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slowly forward and back; notice where pressure travels under your feet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side to side; notice which muscles switch on at hips and ankles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 stillness and list three things you felt, in plain words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Small sways reveal the ankle and hip strategies of ba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3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sways reveal the ankle and hip strategies of balance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  ·  CUE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 and refer, never diagnose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035040" cy="2377440"/>
          </a:xfrm>
          <a:prstGeom prst="roundRect">
            <a:avLst>
              <a:gd name="adj" fmla="val 5385"/>
            </a:avLst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“Let's find a version of this pose that feels steady for you today, and if something hurts, come out and tell me after class.”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73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 </a:t>
            </a:r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has many causes that a yoga teacher cannot assess. Your job is to offer options and suggest a qualified professional when pain persists.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8" name="Image 0" descr="Child's pose is always a valid op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164763"/>
            <a:ext cx="4389120" cy="313197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4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Child's pose is always a valid option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student says her knee hurts in Warrior II. What is the best first response from a yoga teacher?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 modified version or rest, and suggest she see a clinician if pain persists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her she probably has a torn meniscus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her to push through so the knee gets stronger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1.1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 a modified version or rest, and suggest she see a clinician if pain persists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adapt and refer; they do not diagnose or encourage working through pain.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A student says her knee hurts in Warrior II. What is the best first response from a yoga teacher?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  ·  25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Anatomical position, planes and axes, seen through three standing poses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Anatomical position: the starting 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tall, face and feet forward, arms by the sides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Palms turned forward, thumbs pointing away from the body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term is named from this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is anatomical position with palms turned in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urn the palms forward and Mountain becomes anatomical pos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5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palms forward and Mountain becomes anatomical position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Directional terms in pairs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and down, front and back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Superior: toward the head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Inferior: toward the feet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Anterior: toward the front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Posterior: toward the back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and limbs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Medial: toward the midline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Lateral: away from the midline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Proximal: closer to the trunk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Distal: farther from the trunk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planes, three axes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 plane: splits left and right; forward and back movement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Frontal plane: splits front and back; side to side movement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Transverse plane: splits top and bottom; turning movement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plane turns around an axis at right angles to it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Each plane has a matching axis of rotation, shown in amb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6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plane has a matching axis of rotation, shown in amber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standing poses, three planes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Tadasana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neutral reference for all planes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anatomical position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sways in sagittal and frontal planes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2816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0248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Warrior II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60248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abducted in the frontal plane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hip externally rotated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knee flexed over the foot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0768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200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8200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 tilts sideways, frontal plane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hip flexed and externally rotated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open wide, frontal plane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find the planes in Warrior II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Mountain, lift both arms out to shoulder height: frontal plane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wide, turn the front foot out: rotation in the transverse plane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the front knee: flexion in the sagittal plane of that leg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three breaths and name each plane to yourself as you scan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Warrior II uses all three planes at o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731" y="1901952"/>
            <a:ext cx="4190858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7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 II uses all three planes at once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  ·  CUE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Cueing Triangle with planes in mind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035040" cy="2377440"/>
          </a:xfrm>
          <a:prstGeom prst="roundRect">
            <a:avLst>
              <a:gd name="adj" fmla="val 5385"/>
            </a:avLst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“Reach long through your front arm, then tilt sideways from the hips and let both sides of your waist stay long.”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73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 </a:t>
            </a:r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is mainly hip flexion with trunk tilting in the frontal plane. Keeping both sides of the waist long avoids collapsing into only the lower side.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8" name="Image 0" descr="Triangle tilts the trunk mainly in the frontal pl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9673" y="1901952"/>
            <a:ext cx="3022974" cy="3657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8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tilts the trunk mainly in the frontal plane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Lifting the arms out to the sides into Warrior II arms happens mainly in which plane?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Sagittal plane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Frontal plane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Transverse plane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1.2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Frontal plane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the arms out to the side and back in is abduction and adduction in the frontal plane.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Lifting the arms out to the sides into Warrior II arms happens mainly in which plane?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  ·  30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Movement vocabulary: flexion, extension, abduction, adduction, rotation and special terms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Movement words come in opposite pairs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Flexion bends a joint; extension straightens it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Abduction moves away from the midline; adduction moves toward it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rotation turns inward; external rotation turns outward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one word and you have learned its partner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Paired movement terms, with the first term in red and its partner in g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9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movement terms, with the first term in red and its partner in green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Sorting movements by plane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Sagittal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Flexion and extension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Dorsiflexion and plantarflexion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Forward Fold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2816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0248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Frontal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60248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Abduction and adduction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flexion of the spine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Warrior II arms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0768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200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Transverse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8200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and external rotation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abduction and adduction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seated twist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terms: ankle, foot and forearm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Dorsiflexion lifts the top of the foot toward the shin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Plantarflexion points the foot, as in tops of feet down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 turns the sole in; eversion turns it out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Supination turns the palm up; pronation turns it down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Chair asks for plenty of ankle dorsiflex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7599" y="1901952"/>
            <a:ext cx="2347123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10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 asks for plenty of ankle dorsiflexion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terms: the shoulder blade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lifts the shoulder blades; depression lowers them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Protraction wraps them forward around the ribs; retraction draws them back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 rotation turns the socket up as arms go overhead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Downward rotation returns the blades as the arms lower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Scapular movements seen from behi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11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Scapular movements seen from behind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Circles, side bends and horizontal sweeps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Circumduction: a circle combining flexion, abduction, extension and adduction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flexion: bending the spine sideways, as in Gate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abduction: arm at shoulder height sweeps back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adduction: arm at shoulder height sweeps across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riangle adds some lateral flexion of the tr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9673" y="1901952"/>
            <a:ext cx="3022974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12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adds some lateral flexion of the trunk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name the joint actions of Warrior II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hip: flexed, abducted and externally rotated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knee: flexed toward ninety degrees; front ankle: dorsiflexed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leg: hip abducted, knee extended, foot turned slightly in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Shoulders: abducted to shoulder height, forearms often pronated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Name each joint, then each mov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731" y="1901952"/>
            <a:ext cx="4190858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13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joint, then each movement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Chair pose, the shins lean forward over the feet. What is the ankle doing?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Plantarflexion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Dorsiflexion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1.3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Dorsiflexion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of the foot and the shin come closer together, which is dorsiflexion.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In Chair pose, the shins lean forward over the feet. What is the ankle doing?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  ·  20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Tissues in brief: bone, cartilage, ligament, tendon, fascia, muscle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tissues you work with in every pose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and cartilage form the frame and joint surfaces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Ligaments join bone to bone; tendons join muscle to bone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 contracts and fascia wraps and connects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 strongly influences how fast each tissue adapts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Six tissues compared by job, blood supply and adap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14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tissues compared by job, blood supply and adaptation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Bones in the adult skeleton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0" b="1" dirty="0">
                <a:solidFill>
                  <a:srgbClr val="B33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206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is living tissue with nerves and blood vessels. It stores minerals, makes blood cells in marrow and remodels in response to load.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7" name="Image 0" descr="Standing poses load the leg bones and sp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15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poses load the leg bones and spine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Ligament or tendon?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Ligament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bone to bone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and limits joint motion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position sensing nerve endings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Heals slowly once overstretched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muscle to bone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Transmits muscle force to bone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Stiffens and strengthens with loading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over months, not days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Fascia: what we know and what we don't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Fascia is fibrous connective tissue wrapping muscles and organs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continuous and richly supplied with sensory nerves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or stretches probably cannot remodel dense fascia quickly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about releasing stored emotions or toxins lack evidence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Forward Fold stretches muscles and their fascial wrappings toge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7560" y="1901952"/>
            <a:ext cx="4267200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16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Fold stretches muscles and their fascial wrappings together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tendon, muscle and joint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Sitting, pinch the cord at the back of your heel: your Achilles tendon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and flex the foot; feel the calf muscle bunch and the tendon move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 Downward Dog and pedal the heels slowly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stretch in the calf belly, not a sharp pull at the tendon or joint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Downward Dog stretches the calves and loads the Achilles tend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620" y="1901952"/>
            <a:ext cx="3949080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17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Downward Dog stretches the calves and loads the Achilles tendon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tissue connects muscle to bone?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Cartilage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1.4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Tendon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Tendons connect muscle to bone; ligaments connect bone to bone.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Which tissue connects muscle to bone?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REVIEW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terms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Anatomical position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reference posture for all movement terms: standing, face and feet forward, palms facing forward. Mountain with palms turned forward.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Superior and inferior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Toward the head and toward the feet. In Mountain the knees are superior to the ankles.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Medial and lateral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Toward and away from the midline. The big toe is on the medial side of the foot.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Proximal and distal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Closer to or farther from where a limb joins the trunk. In Downward Dog the wrist is distal to the elbow.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Sagittal plane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plane dividing left from right; forward and backward movements happen in it, as in a Forward Fold.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Frontal (coronal) plane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plane dividing front from back; side to side movements happen in it, as when the arms lift into Warrior II.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Transverse plane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plane dividing top from bottom; rotations happen in it, as in a seated twist.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Axis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imaginary hinge line a movement turns around, always at right angles to the plane of movement. A forward fold turns around a side to side axis through the hips.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Flexion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movement that usually decreases the angle between two bones, like bending the knees in Chair.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Extension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movement that usually increases the angle between two bones, like straightening the knees back to Mountain.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Abduction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a limb away from the midline, like lifting the arms out to the sides in Warrior II.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REVIEW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terms (continued)</a:t>
            </a:r>
            <a:endParaRPr lang="en-US" sz="3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Adduction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a limb toward the midline, like bringing the arms back down to the sides after Warrior II.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Internal and external rotation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Turning the front of a limb toward (internal) or away from (external) the midline. The front thigh in Warrior II is externally rotated.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Lateral flexion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Bending the spine or neck sideways, as in Gate pose or the side tilt of Triangle.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Circumduction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circular movement combining flexion, abduction, extension and adduction, like arm circles in a warm up.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Dorsiflexion and plantarflexion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Lifting the top of the foot toward the shin (Chair) and pointing the foot (tops of feet down in Cobra).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Inversion and eversion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Tilting the sole of the foot inward and outward; you feel both as the standing foot wobbles in Tree.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Pronation and supination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Turning the palm down (hands on the mat in Downward Dog) and turning the palm up (palms up in Savasana).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Protraction and retraction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Wrapping the shoulder blades forward around the ribs (pressing away in Plank) and drawing them toward the spine (Cobra).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Elevation and depression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Lifting the shoulder blades toward the ears and lowering them away, as when softening a shrug in Chair.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Upward and downward rotation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Turning the shoulder blade so the socket faces up as the arms rise overhead, and back again as they lower.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Horizontal abduction and adduction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the arm at shoulder height, sweeping it back and out (opening into Warrior II) or across the chest (Eagle arms).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REVIEW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Myths to retire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 II and Triangle must be performed flat, as if between two panes of glass.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77840" y="1737360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1737360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frontal plane is a useful reference, but most pelvises turn slightly toward the floor. Forcing a flat shape can strain knees and the lower back.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5184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15184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Shoulders should always be pinned down and back.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2615184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60720" y="2615184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Lifting the arms overhead requires the shoulder blades to rotate upward and elevate a little. Pinning them down fights normal shoulder mechanics.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93008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Twists wring toxins out of the organs.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577840" y="3493008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60720" y="3493008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liver and kidneys clear waste continuously. There is no evidence that twisting squeezes out toxins, though twists can feel good and improve spinal mobility.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370832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Stretching releases emotions stored in fascia.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577840" y="4370832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4370832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Fascia is richly innervated and stretching can feel emotional, but there is no evidence that fascia stores emotions or that poses release them.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248656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48656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Ligaments should be stretched to gain flexibility.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577840" y="5248656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60720" y="5248656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Ligaments stabilise joints and heal slowly. Flexibility work should target muscle, with a broad stretch rather than sharp joint sensation.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of Module 1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module: work through the study guide, the flashcards and the interactive exercises, then run the module in the Anatomy Chase.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kashee12345.github.io/anatomy-on-the-mat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Anatomy on the Mat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The Language of Movement</dc:title>
  <dc:subject>PptxGenJS Presentation</dc:subject>
  <dc:creator>Dr. Akash Garg, D.C.</dc:creator>
  <cp:lastModifiedBy>Dr. Akash Garg, D.C.</cp:lastModifiedBy>
  <cp:revision>1</cp:revision>
  <dcterms:created xsi:type="dcterms:W3CDTF">2026-09-29T00:26:22Z</dcterms:created>
  <dcterms:modified xsi:type="dcterms:W3CDTF">2026-09-29T00:26:22Z</dcterms:modified>
</cp:coreProperties>
</file>